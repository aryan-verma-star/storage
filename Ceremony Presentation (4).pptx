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 Italics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15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709704" y="-598805"/>
            <a:ext cx="3858850" cy="6063908"/>
          </a:xfrm>
          <a:custGeom>
            <a:avLst/>
            <a:gdLst/>
            <a:ahLst/>
            <a:cxnLst/>
            <a:rect r="r" b="b" t="t" l="l"/>
            <a:pathLst>
              <a:path h="6063908" w="3858850">
                <a:moveTo>
                  <a:pt x="3858851" y="0"/>
                </a:moveTo>
                <a:lnTo>
                  <a:pt x="0" y="0"/>
                </a:lnTo>
                <a:lnTo>
                  <a:pt x="0" y="6063908"/>
                </a:lnTo>
                <a:lnTo>
                  <a:pt x="3858851" y="6063908"/>
                </a:lnTo>
                <a:lnTo>
                  <a:pt x="38588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0666" y="5050992"/>
            <a:ext cx="4503576" cy="7077048"/>
          </a:xfrm>
          <a:custGeom>
            <a:avLst/>
            <a:gdLst/>
            <a:ahLst/>
            <a:cxnLst/>
            <a:rect r="r" b="b" t="t" l="l"/>
            <a:pathLst>
              <a:path h="7077048" w="4503576">
                <a:moveTo>
                  <a:pt x="0" y="0"/>
                </a:moveTo>
                <a:lnTo>
                  <a:pt x="4503575" y="0"/>
                </a:lnTo>
                <a:lnTo>
                  <a:pt x="4503575" y="7077048"/>
                </a:lnTo>
                <a:lnTo>
                  <a:pt x="0" y="707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95509" y="9092352"/>
            <a:ext cx="663791" cy="165948"/>
          </a:xfrm>
          <a:custGeom>
            <a:avLst/>
            <a:gdLst/>
            <a:ahLst/>
            <a:cxnLst/>
            <a:rect r="r" b="b" t="t" l="l"/>
            <a:pathLst>
              <a:path h="165948" w="663791">
                <a:moveTo>
                  <a:pt x="0" y="0"/>
                </a:moveTo>
                <a:lnTo>
                  <a:pt x="663791" y="0"/>
                </a:lnTo>
                <a:lnTo>
                  <a:pt x="663791" y="165948"/>
                </a:lnTo>
                <a:lnTo>
                  <a:pt x="0" y="165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8838717" cy="6337728"/>
          </a:xfrm>
          <a:custGeom>
            <a:avLst/>
            <a:gdLst/>
            <a:ahLst/>
            <a:cxnLst/>
            <a:rect r="r" b="b" t="t" l="l"/>
            <a:pathLst>
              <a:path h="6337728" w="8838717">
                <a:moveTo>
                  <a:pt x="0" y="0"/>
                </a:moveTo>
                <a:lnTo>
                  <a:pt x="8838717" y="0"/>
                </a:lnTo>
                <a:lnTo>
                  <a:pt x="8838717" y="6337728"/>
                </a:lnTo>
                <a:lnTo>
                  <a:pt x="0" y="6337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2921" r="-23488" b="-7522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53314" y="0"/>
            <a:ext cx="9815241" cy="6337728"/>
          </a:xfrm>
          <a:custGeom>
            <a:avLst/>
            <a:gdLst/>
            <a:ahLst/>
            <a:cxnLst/>
            <a:rect r="r" b="b" t="t" l="l"/>
            <a:pathLst>
              <a:path h="6337728" w="9815241">
                <a:moveTo>
                  <a:pt x="0" y="0"/>
                </a:moveTo>
                <a:lnTo>
                  <a:pt x="9815241" y="0"/>
                </a:lnTo>
                <a:lnTo>
                  <a:pt x="9815241" y="6337728"/>
                </a:lnTo>
                <a:lnTo>
                  <a:pt x="0" y="63377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2" t="0" r="-44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6426" y="6470973"/>
            <a:ext cx="3768682" cy="3597933"/>
          </a:xfrm>
          <a:custGeom>
            <a:avLst/>
            <a:gdLst/>
            <a:ahLst/>
            <a:cxnLst/>
            <a:rect r="r" b="b" t="t" l="l"/>
            <a:pathLst>
              <a:path h="3597933" w="3768682">
                <a:moveTo>
                  <a:pt x="0" y="0"/>
                </a:moveTo>
                <a:lnTo>
                  <a:pt x="3768682" y="0"/>
                </a:lnTo>
                <a:lnTo>
                  <a:pt x="3768682" y="3597933"/>
                </a:lnTo>
                <a:lnTo>
                  <a:pt x="0" y="3597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88059" y="8980436"/>
            <a:ext cx="10539664" cy="555728"/>
          </a:xfrm>
          <a:custGeom>
            <a:avLst/>
            <a:gdLst/>
            <a:ahLst/>
            <a:cxnLst/>
            <a:rect r="r" b="b" t="t" l="l"/>
            <a:pathLst>
              <a:path h="555728" w="10539664">
                <a:moveTo>
                  <a:pt x="0" y="0"/>
                </a:moveTo>
                <a:lnTo>
                  <a:pt x="10539664" y="0"/>
                </a:lnTo>
                <a:lnTo>
                  <a:pt x="10539664" y="555728"/>
                </a:lnTo>
                <a:lnTo>
                  <a:pt x="0" y="5557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3061" y="6676450"/>
            <a:ext cx="2448686" cy="2190930"/>
          </a:xfrm>
          <a:custGeom>
            <a:avLst/>
            <a:gdLst/>
            <a:ahLst/>
            <a:cxnLst/>
            <a:rect r="r" b="b" t="t" l="l"/>
            <a:pathLst>
              <a:path h="2190930" w="2448686">
                <a:moveTo>
                  <a:pt x="0" y="0"/>
                </a:moveTo>
                <a:lnTo>
                  <a:pt x="2448686" y="0"/>
                </a:lnTo>
                <a:lnTo>
                  <a:pt x="2448686" y="2190930"/>
                </a:lnTo>
                <a:lnTo>
                  <a:pt x="0" y="21909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05108" y="6702596"/>
            <a:ext cx="10735839" cy="247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SHRI ATMANAND JAIN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INSTITUTE OF MANAGEMENT &amp; TECHNOLOGY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(Approved by AICTE,DTE Govt. of Haryana &amp; Affiliated to Kurukshetra University, Kurukshetra)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b="true" sz="2148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INSTITUTIONAL AREA,JAIN COLLEGE ROAD,AMBALA CITY 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41313">
            <a:off x="-858970" y="7788549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9510" y="9680002"/>
            <a:ext cx="663791" cy="165948"/>
          </a:xfrm>
          <a:custGeom>
            <a:avLst/>
            <a:gdLst/>
            <a:ahLst/>
            <a:cxnLst/>
            <a:rect r="r" b="b" t="t" l="l"/>
            <a:pathLst>
              <a:path h="165948" w="663791">
                <a:moveTo>
                  <a:pt x="0" y="0"/>
                </a:moveTo>
                <a:lnTo>
                  <a:pt x="663791" y="0"/>
                </a:lnTo>
                <a:lnTo>
                  <a:pt x="663791" y="165947"/>
                </a:lnTo>
                <a:lnTo>
                  <a:pt x="0" y="16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2214" y="562917"/>
            <a:ext cx="13724331" cy="2516428"/>
          </a:xfrm>
          <a:custGeom>
            <a:avLst/>
            <a:gdLst/>
            <a:ahLst/>
            <a:cxnLst/>
            <a:rect r="r" b="b" t="t" l="l"/>
            <a:pathLst>
              <a:path h="2516428" w="13724331">
                <a:moveTo>
                  <a:pt x="0" y="0"/>
                </a:moveTo>
                <a:lnTo>
                  <a:pt x="13724331" y="0"/>
                </a:lnTo>
                <a:lnTo>
                  <a:pt x="13724331" y="2516428"/>
                </a:lnTo>
                <a:lnTo>
                  <a:pt x="0" y="2516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345" r="0" b="-14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16545" y="6745933"/>
            <a:ext cx="2769722" cy="2769722"/>
          </a:xfrm>
          <a:custGeom>
            <a:avLst/>
            <a:gdLst/>
            <a:ahLst/>
            <a:cxnLst/>
            <a:rect r="r" b="b" t="t" l="l"/>
            <a:pathLst>
              <a:path h="2769722" w="2769722">
                <a:moveTo>
                  <a:pt x="0" y="0"/>
                </a:moveTo>
                <a:lnTo>
                  <a:pt x="2769721" y="0"/>
                </a:lnTo>
                <a:lnTo>
                  <a:pt x="2769721" y="2769721"/>
                </a:lnTo>
                <a:lnTo>
                  <a:pt x="0" y="27697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5916" y="7208000"/>
            <a:ext cx="3569278" cy="2012181"/>
          </a:xfrm>
          <a:custGeom>
            <a:avLst/>
            <a:gdLst/>
            <a:ahLst/>
            <a:cxnLst/>
            <a:rect r="r" b="b" t="t" l="l"/>
            <a:pathLst>
              <a:path h="2012181" w="3569278">
                <a:moveTo>
                  <a:pt x="0" y="0"/>
                </a:moveTo>
                <a:lnTo>
                  <a:pt x="3569278" y="0"/>
                </a:lnTo>
                <a:lnTo>
                  <a:pt x="3569278" y="2012180"/>
                </a:lnTo>
                <a:lnTo>
                  <a:pt x="0" y="2012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4754" y="3460345"/>
            <a:ext cx="7353187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200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22222" y="5019675"/>
            <a:ext cx="10730044" cy="218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b="true" sz="4085" i="true">
                <a:solidFill>
                  <a:srgbClr val="002F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TSSC TEAM AND FOCALYT</a:t>
            </a:r>
          </a:p>
          <a:p>
            <a:pPr algn="ctr">
              <a:lnSpc>
                <a:spcPts val="5720"/>
              </a:lnSpc>
            </a:pPr>
            <a:r>
              <a:rPr lang="en-US" b="true" sz="4085" i="true">
                <a:solidFill>
                  <a:srgbClr val="002F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UNDER</a:t>
            </a:r>
          </a:p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US" b="true" sz="4085" i="true">
                <a:solidFill>
                  <a:srgbClr val="002F4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SAMSUNG INNOVATION CAMPUS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707423">
            <a:off x="16784610" y="-775598"/>
            <a:ext cx="2041506" cy="2931666"/>
          </a:xfrm>
          <a:custGeom>
            <a:avLst/>
            <a:gdLst/>
            <a:ahLst/>
            <a:cxnLst/>
            <a:rect r="r" b="b" t="t" l="l"/>
            <a:pathLst>
              <a:path h="2931666" w="2041506">
                <a:moveTo>
                  <a:pt x="0" y="0"/>
                </a:moveTo>
                <a:lnTo>
                  <a:pt x="2041506" y="0"/>
                </a:lnTo>
                <a:lnTo>
                  <a:pt x="2041506" y="2931667"/>
                </a:lnTo>
                <a:lnTo>
                  <a:pt x="0" y="2931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58660" y="9349707"/>
            <a:ext cx="663791" cy="165948"/>
          </a:xfrm>
          <a:custGeom>
            <a:avLst/>
            <a:gdLst/>
            <a:ahLst/>
            <a:cxnLst/>
            <a:rect r="r" b="b" t="t" l="l"/>
            <a:pathLst>
              <a:path h="165948" w="663791">
                <a:moveTo>
                  <a:pt x="0" y="0"/>
                </a:moveTo>
                <a:lnTo>
                  <a:pt x="663791" y="0"/>
                </a:lnTo>
                <a:lnTo>
                  <a:pt x="663791" y="165947"/>
                </a:lnTo>
                <a:lnTo>
                  <a:pt x="0" y="16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3520077" y="-2233343"/>
            <a:ext cx="4620794" cy="6244316"/>
          </a:xfrm>
          <a:custGeom>
            <a:avLst/>
            <a:gdLst/>
            <a:ahLst/>
            <a:cxnLst/>
            <a:rect r="r" b="b" t="t" l="l"/>
            <a:pathLst>
              <a:path h="6244316" w="4620794">
                <a:moveTo>
                  <a:pt x="0" y="0"/>
                </a:moveTo>
                <a:lnTo>
                  <a:pt x="4620794" y="0"/>
                </a:lnTo>
                <a:lnTo>
                  <a:pt x="4620794" y="6244316"/>
                </a:lnTo>
                <a:lnTo>
                  <a:pt x="0" y="62443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61"/>
            <a:ext cx="13080993" cy="2516428"/>
          </a:xfrm>
          <a:custGeom>
            <a:avLst/>
            <a:gdLst/>
            <a:ahLst/>
            <a:cxnLst/>
            <a:rect r="r" b="b" t="t" l="l"/>
            <a:pathLst>
              <a:path h="2516428" w="13080993">
                <a:moveTo>
                  <a:pt x="0" y="0"/>
                </a:moveTo>
                <a:lnTo>
                  <a:pt x="13080993" y="0"/>
                </a:lnTo>
                <a:lnTo>
                  <a:pt x="13080993" y="2516428"/>
                </a:lnTo>
                <a:lnTo>
                  <a:pt x="0" y="2516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79" r="0" b="-2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311832" y="-1697701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41313">
            <a:off x="-858970" y="7788549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85972" y="3907086"/>
            <a:ext cx="4180879" cy="3640848"/>
          </a:xfrm>
          <a:custGeom>
            <a:avLst/>
            <a:gdLst/>
            <a:ahLst/>
            <a:cxnLst/>
            <a:rect r="r" b="b" t="t" l="l"/>
            <a:pathLst>
              <a:path h="3640848" w="4180879">
                <a:moveTo>
                  <a:pt x="0" y="0"/>
                </a:moveTo>
                <a:lnTo>
                  <a:pt x="4180878" y="0"/>
                </a:lnTo>
                <a:lnTo>
                  <a:pt x="4180878" y="3640849"/>
                </a:lnTo>
                <a:lnTo>
                  <a:pt x="0" y="3640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48266" y="4014656"/>
            <a:ext cx="5724272" cy="27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3"/>
              </a:lnSpc>
            </a:pPr>
            <a:r>
              <a:rPr lang="en-US" sz="8498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</a:t>
            </a:r>
          </a:p>
          <a:p>
            <a:pPr algn="l">
              <a:lnSpc>
                <a:spcPts val="1062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35979" y="6105560"/>
            <a:ext cx="12425841" cy="236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OUR CHIEF GUEST</a:t>
            </a:r>
          </a:p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MR. HITESH JAIN SIR</a:t>
            </a:r>
          </a:p>
          <a:p>
            <a:pPr algn="ctr">
              <a:lnSpc>
                <a:spcPts val="5165"/>
              </a:lnSpc>
              <a:spcBef>
                <a:spcPct val="0"/>
              </a:spcBef>
            </a:pPr>
            <a:r>
              <a:rPr lang="en-US" sz="3689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(MUNICIPAL COUNCILLOR MEMBER, BJP, AMBALA CITY)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61"/>
            <a:ext cx="13080993" cy="2516428"/>
          </a:xfrm>
          <a:custGeom>
            <a:avLst/>
            <a:gdLst/>
            <a:ahLst/>
            <a:cxnLst/>
            <a:rect r="r" b="b" t="t" l="l"/>
            <a:pathLst>
              <a:path h="2516428" w="13080993">
                <a:moveTo>
                  <a:pt x="0" y="0"/>
                </a:moveTo>
                <a:lnTo>
                  <a:pt x="13080993" y="0"/>
                </a:lnTo>
                <a:lnTo>
                  <a:pt x="13080993" y="2516428"/>
                </a:lnTo>
                <a:lnTo>
                  <a:pt x="0" y="2516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79" r="0" b="-2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311832" y="-1697701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41313">
            <a:off x="-858970" y="7788549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8428" y="2543589"/>
            <a:ext cx="5509791" cy="5509791"/>
          </a:xfrm>
          <a:custGeom>
            <a:avLst/>
            <a:gdLst/>
            <a:ahLst/>
            <a:cxnLst/>
            <a:rect r="r" b="b" t="t" l="l"/>
            <a:pathLst>
              <a:path h="5509791" w="5509791">
                <a:moveTo>
                  <a:pt x="0" y="0"/>
                </a:moveTo>
                <a:lnTo>
                  <a:pt x="5509790" y="0"/>
                </a:lnTo>
                <a:lnTo>
                  <a:pt x="5509790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48266" y="4014656"/>
            <a:ext cx="5724272" cy="27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3"/>
              </a:lnSpc>
            </a:pPr>
            <a:r>
              <a:rPr lang="en-US" sz="8498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</a:t>
            </a:r>
          </a:p>
          <a:p>
            <a:pPr algn="l">
              <a:lnSpc>
                <a:spcPts val="1062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97482" y="6105560"/>
            <a:ext cx="12425841" cy="236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OUR GUEST</a:t>
            </a:r>
          </a:p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MR. RK SHARMA SIR</a:t>
            </a:r>
          </a:p>
          <a:p>
            <a:pPr algn="ctr">
              <a:lnSpc>
                <a:spcPts val="5165"/>
              </a:lnSpc>
              <a:spcBef>
                <a:spcPct val="0"/>
              </a:spcBef>
            </a:pPr>
            <a:r>
              <a:rPr lang="en-US" sz="3689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SM (Retd) to TSSC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61"/>
            <a:ext cx="13080993" cy="2516428"/>
          </a:xfrm>
          <a:custGeom>
            <a:avLst/>
            <a:gdLst/>
            <a:ahLst/>
            <a:cxnLst/>
            <a:rect r="r" b="b" t="t" l="l"/>
            <a:pathLst>
              <a:path h="2516428" w="13080993">
                <a:moveTo>
                  <a:pt x="0" y="0"/>
                </a:moveTo>
                <a:lnTo>
                  <a:pt x="13080993" y="0"/>
                </a:lnTo>
                <a:lnTo>
                  <a:pt x="13080993" y="2516428"/>
                </a:lnTo>
                <a:lnTo>
                  <a:pt x="0" y="2516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79" r="0" b="-2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311832" y="-1697701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41313">
            <a:off x="-858970" y="7788549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19094" y="3888142"/>
            <a:ext cx="4018782" cy="4018782"/>
          </a:xfrm>
          <a:custGeom>
            <a:avLst/>
            <a:gdLst/>
            <a:ahLst/>
            <a:cxnLst/>
            <a:rect r="r" b="b" t="t" l="l"/>
            <a:pathLst>
              <a:path h="4018782" w="4018782">
                <a:moveTo>
                  <a:pt x="0" y="0"/>
                </a:moveTo>
                <a:lnTo>
                  <a:pt x="4018782" y="0"/>
                </a:lnTo>
                <a:lnTo>
                  <a:pt x="4018782" y="4018782"/>
                </a:lnTo>
                <a:lnTo>
                  <a:pt x="0" y="40187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48266" y="4014656"/>
            <a:ext cx="5724272" cy="27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3"/>
              </a:lnSpc>
            </a:pPr>
            <a:r>
              <a:rPr lang="en-US" sz="8498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</a:t>
            </a:r>
          </a:p>
          <a:p>
            <a:pPr algn="l">
              <a:lnSpc>
                <a:spcPts val="1062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35979" y="6105560"/>
            <a:ext cx="12425841" cy="236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OUR GUEST</a:t>
            </a:r>
          </a:p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MR. PARVEEN BANSAL SIR</a:t>
            </a:r>
          </a:p>
          <a:p>
            <a:pPr algn="ctr">
              <a:lnSpc>
                <a:spcPts val="5165"/>
              </a:lnSpc>
              <a:spcBef>
                <a:spcPct val="0"/>
              </a:spcBef>
            </a:pPr>
            <a:r>
              <a:rPr lang="en-US" sz="3689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FOUNDER AND CEO OF FOCALYT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61"/>
            <a:ext cx="13080993" cy="2516428"/>
          </a:xfrm>
          <a:custGeom>
            <a:avLst/>
            <a:gdLst/>
            <a:ahLst/>
            <a:cxnLst/>
            <a:rect r="r" b="b" t="t" l="l"/>
            <a:pathLst>
              <a:path h="2516428" w="13080993">
                <a:moveTo>
                  <a:pt x="0" y="0"/>
                </a:moveTo>
                <a:lnTo>
                  <a:pt x="13080993" y="0"/>
                </a:lnTo>
                <a:lnTo>
                  <a:pt x="13080993" y="2516428"/>
                </a:lnTo>
                <a:lnTo>
                  <a:pt x="0" y="2516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79" r="0" b="-2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311832" y="-1697701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141313">
            <a:off x="-858970" y="7788549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5746" y="3961491"/>
            <a:ext cx="4082961" cy="4082961"/>
          </a:xfrm>
          <a:custGeom>
            <a:avLst/>
            <a:gdLst/>
            <a:ahLst/>
            <a:cxnLst/>
            <a:rect r="r" b="b" t="t" l="l"/>
            <a:pathLst>
              <a:path h="4082961" w="4082961">
                <a:moveTo>
                  <a:pt x="0" y="0"/>
                </a:moveTo>
                <a:lnTo>
                  <a:pt x="4082962" y="0"/>
                </a:lnTo>
                <a:lnTo>
                  <a:pt x="4082962" y="4082961"/>
                </a:lnTo>
                <a:lnTo>
                  <a:pt x="0" y="4082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48266" y="4014656"/>
            <a:ext cx="5724272" cy="27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3"/>
              </a:lnSpc>
            </a:pPr>
            <a:r>
              <a:rPr lang="en-US" sz="8498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</a:t>
            </a:r>
          </a:p>
          <a:p>
            <a:pPr algn="l">
              <a:lnSpc>
                <a:spcPts val="1062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97482" y="6105560"/>
            <a:ext cx="12425841" cy="236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OUR GUEST</a:t>
            </a:r>
          </a:p>
          <a:p>
            <a:pPr algn="ctr">
              <a:lnSpc>
                <a:spcPts val="6624"/>
              </a:lnSpc>
            </a:pPr>
            <a:r>
              <a:rPr lang="en-US" sz="4731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MR. SACHIN MISHRA SIR</a:t>
            </a:r>
          </a:p>
          <a:p>
            <a:pPr algn="ctr">
              <a:lnSpc>
                <a:spcPts val="5165"/>
              </a:lnSpc>
              <a:spcBef>
                <a:spcPct val="0"/>
              </a:spcBef>
            </a:pPr>
            <a:r>
              <a:rPr lang="en-US" sz="3689">
                <a:solidFill>
                  <a:srgbClr val="002F42"/>
                </a:solidFill>
                <a:latin typeface="Poppins"/>
                <a:ea typeface="Poppins"/>
                <a:cs typeface="Poppins"/>
                <a:sym typeface="Poppins"/>
              </a:rPr>
              <a:t>VICE PRESIDENT, FOCALYT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551176" y="-1524579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286" y="532821"/>
            <a:ext cx="3537054" cy="3376800"/>
          </a:xfrm>
          <a:custGeom>
            <a:avLst/>
            <a:gdLst/>
            <a:ahLst/>
            <a:cxnLst/>
            <a:rect r="r" b="b" t="t" l="l"/>
            <a:pathLst>
              <a:path h="3376800" w="3537054">
                <a:moveTo>
                  <a:pt x="0" y="0"/>
                </a:moveTo>
                <a:lnTo>
                  <a:pt x="3537054" y="0"/>
                </a:lnTo>
                <a:lnTo>
                  <a:pt x="3537054" y="3376799"/>
                </a:lnTo>
                <a:lnTo>
                  <a:pt x="0" y="3376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02807" y="40347"/>
            <a:ext cx="9078182" cy="10206306"/>
          </a:xfrm>
          <a:custGeom>
            <a:avLst/>
            <a:gdLst/>
            <a:ahLst/>
            <a:cxnLst/>
            <a:rect r="r" b="b" t="t" l="l"/>
            <a:pathLst>
              <a:path h="10206306" w="9078182">
                <a:moveTo>
                  <a:pt x="0" y="0"/>
                </a:moveTo>
                <a:lnTo>
                  <a:pt x="9078181" y="0"/>
                </a:lnTo>
                <a:lnTo>
                  <a:pt x="9078181" y="10206306"/>
                </a:lnTo>
                <a:lnTo>
                  <a:pt x="0" y="10206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9" t="-759" r="0" b="-44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2286" y="4098318"/>
            <a:ext cx="3840750" cy="577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SHRI ATMANAND JAIN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INSTITUTE OF MANAGEMENT &amp; TECHNOLOGY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(Approved by AICTE,DTE Govt. of Haryana &amp; Affiliated to Kurukshetra University, Kurukshetra)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b="true" sz="2148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INSTITUTIONAL AREA,JAIN COLLEGE ROAD,AMBALA CITY 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656031" y="-1759846"/>
            <a:ext cx="3388700" cy="4579324"/>
          </a:xfrm>
          <a:custGeom>
            <a:avLst/>
            <a:gdLst/>
            <a:ahLst/>
            <a:cxnLst/>
            <a:rect r="r" b="b" t="t" l="l"/>
            <a:pathLst>
              <a:path h="4579324" w="3388700">
                <a:moveTo>
                  <a:pt x="0" y="0"/>
                </a:moveTo>
                <a:lnTo>
                  <a:pt x="3388700" y="0"/>
                </a:lnTo>
                <a:lnTo>
                  <a:pt x="3388700" y="4579324"/>
                </a:lnTo>
                <a:lnTo>
                  <a:pt x="0" y="4579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95509" y="9092352"/>
            <a:ext cx="663791" cy="165948"/>
          </a:xfrm>
          <a:custGeom>
            <a:avLst/>
            <a:gdLst/>
            <a:ahLst/>
            <a:cxnLst/>
            <a:rect r="r" b="b" t="t" l="l"/>
            <a:pathLst>
              <a:path h="165948" w="663791">
                <a:moveTo>
                  <a:pt x="0" y="0"/>
                </a:moveTo>
                <a:lnTo>
                  <a:pt x="663791" y="0"/>
                </a:lnTo>
                <a:lnTo>
                  <a:pt x="663791" y="165948"/>
                </a:lnTo>
                <a:lnTo>
                  <a:pt x="0" y="165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46995" y="0"/>
            <a:ext cx="13272878" cy="10287000"/>
          </a:xfrm>
          <a:custGeom>
            <a:avLst/>
            <a:gdLst/>
            <a:ahLst/>
            <a:cxnLst/>
            <a:rect r="r" b="b" t="t" l="l"/>
            <a:pathLst>
              <a:path h="10287000" w="13272878">
                <a:moveTo>
                  <a:pt x="0" y="0"/>
                </a:moveTo>
                <a:lnTo>
                  <a:pt x="13272878" y="0"/>
                </a:lnTo>
                <a:lnTo>
                  <a:pt x="132728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781" r="-4400" b="-1992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529" y="0"/>
            <a:ext cx="3295988" cy="3454721"/>
          </a:xfrm>
          <a:custGeom>
            <a:avLst/>
            <a:gdLst/>
            <a:ahLst/>
            <a:cxnLst/>
            <a:rect r="r" b="b" t="t" l="l"/>
            <a:pathLst>
              <a:path h="3454721" w="3295988">
                <a:moveTo>
                  <a:pt x="0" y="0"/>
                </a:moveTo>
                <a:lnTo>
                  <a:pt x="3295989" y="0"/>
                </a:lnTo>
                <a:lnTo>
                  <a:pt x="3295989" y="3454721"/>
                </a:lnTo>
                <a:lnTo>
                  <a:pt x="0" y="34547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568" t="-289" r="-254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0953" y="3857901"/>
            <a:ext cx="4029141" cy="539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SHRI ATMANAND JAIN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INSTITUTE OF MANAGEMENT &amp; TECHNOLOGY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(Approved by AICTE,DTE Govt. of Haryana &amp; Affiliated to Kurukshetra University, Kurukshetra)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b="true" sz="2148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INSTITUTIONAL AREA,JAIN COLLEGE ROAD,AMBALA CITY 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01960" y="-1416873"/>
            <a:ext cx="3044952" cy="4114800"/>
          </a:xfrm>
          <a:custGeom>
            <a:avLst/>
            <a:gdLst/>
            <a:ahLst/>
            <a:cxnLst/>
            <a:rect r="r" b="b" t="t" l="l"/>
            <a:pathLst>
              <a:path h="4114800" w="3044952">
                <a:moveTo>
                  <a:pt x="0" y="0"/>
                </a:moveTo>
                <a:lnTo>
                  <a:pt x="3044952" y="0"/>
                </a:lnTo>
                <a:lnTo>
                  <a:pt x="3044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41313">
            <a:off x="-858970" y="8353721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8889862" cy="5631899"/>
          </a:xfrm>
          <a:custGeom>
            <a:avLst/>
            <a:gdLst/>
            <a:ahLst/>
            <a:cxnLst/>
            <a:rect r="r" b="b" t="t" l="l"/>
            <a:pathLst>
              <a:path h="5631899" w="8889862">
                <a:moveTo>
                  <a:pt x="0" y="0"/>
                </a:moveTo>
                <a:lnTo>
                  <a:pt x="8889862" y="0"/>
                </a:lnTo>
                <a:lnTo>
                  <a:pt x="8889862" y="5631899"/>
                </a:lnTo>
                <a:lnTo>
                  <a:pt x="0" y="56318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71" t="0" r="-3541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89862" y="0"/>
            <a:ext cx="9398138" cy="5631899"/>
          </a:xfrm>
          <a:custGeom>
            <a:avLst/>
            <a:gdLst/>
            <a:ahLst/>
            <a:cxnLst/>
            <a:rect r="r" b="b" t="t" l="l"/>
            <a:pathLst>
              <a:path h="5631899" w="9398138">
                <a:moveTo>
                  <a:pt x="0" y="0"/>
                </a:moveTo>
                <a:lnTo>
                  <a:pt x="9398138" y="0"/>
                </a:lnTo>
                <a:lnTo>
                  <a:pt x="9398138" y="5631899"/>
                </a:lnTo>
                <a:lnTo>
                  <a:pt x="0" y="56318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796" t="0" r="-53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4506" y="5875701"/>
            <a:ext cx="15427728" cy="103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6"/>
              </a:lnSpc>
            </a:pPr>
            <a:r>
              <a:rPr lang="en-US" sz="6189" b="true">
                <a:solidFill>
                  <a:srgbClr val="002F42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 DISTRIBUTION CEREMONY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0539" y="7633702"/>
            <a:ext cx="10735839" cy="247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SHRI ATMANAND JAIN</a:t>
            </a:r>
          </a:p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b="true" sz="26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INSTITUTE OF MANAGEMENT &amp; TECHNOLOGY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(Approved by AICTE,DTE Govt. of Haryana &amp; Affiliated to Kurukshetra University, Kurukshetra)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b="true" sz="2148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INSTITUTIONAL AREA,JAIN COLLEGE ROAD,AMBALA CITY 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282" y="7848205"/>
            <a:ext cx="4005725" cy="2258228"/>
          </a:xfrm>
          <a:custGeom>
            <a:avLst/>
            <a:gdLst/>
            <a:ahLst/>
            <a:cxnLst/>
            <a:rect r="r" b="b" t="t" l="l"/>
            <a:pathLst>
              <a:path h="2258228" w="4005725">
                <a:moveTo>
                  <a:pt x="0" y="0"/>
                </a:moveTo>
                <a:lnTo>
                  <a:pt x="4005725" y="0"/>
                </a:lnTo>
                <a:lnTo>
                  <a:pt x="4005725" y="2258227"/>
                </a:lnTo>
                <a:lnTo>
                  <a:pt x="0" y="2258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61452" y="7600457"/>
            <a:ext cx="2505975" cy="2505975"/>
          </a:xfrm>
          <a:custGeom>
            <a:avLst/>
            <a:gdLst/>
            <a:ahLst/>
            <a:cxnLst/>
            <a:rect r="r" b="b" t="t" l="l"/>
            <a:pathLst>
              <a:path h="2505975" w="2505975">
                <a:moveTo>
                  <a:pt x="0" y="0"/>
                </a:moveTo>
                <a:lnTo>
                  <a:pt x="2505975" y="0"/>
                </a:lnTo>
                <a:lnTo>
                  <a:pt x="2505975" y="2505975"/>
                </a:lnTo>
                <a:lnTo>
                  <a:pt x="0" y="2505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5435" y="-154724"/>
            <a:ext cx="21579563" cy="10441724"/>
          </a:xfrm>
          <a:custGeom>
            <a:avLst/>
            <a:gdLst/>
            <a:ahLst/>
            <a:cxnLst/>
            <a:rect r="r" b="b" t="t" l="l"/>
            <a:pathLst>
              <a:path h="10441724" w="21579563">
                <a:moveTo>
                  <a:pt x="0" y="0"/>
                </a:moveTo>
                <a:lnTo>
                  <a:pt x="21579563" y="0"/>
                </a:lnTo>
                <a:lnTo>
                  <a:pt x="21579563" y="10441724"/>
                </a:lnTo>
                <a:lnTo>
                  <a:pt x="0" y="10441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DAHE7tdUVs4</dc:identifier>
  <dcterms:modified xsi:type="dcterms:W3CDTF">2011-08-01T06:04:30Z</dcterms:modified>
  <cp:revision>1</cp:revision>
  <dc:title>Teal and White Simple Innovation Leadership Presentation</dc:title>
</cp:coreProperties>
</file>